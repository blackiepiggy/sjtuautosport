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52C97-993E-426D-9529-84EFD5599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3328DF-E8E9-445E-AF02-6F709E608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492BC2-1F23-4914-970E-C44AC1A1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DD04D8-F4B9-4839-B588-D7ABD43C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23143-7886-4BE2-82EF-32FB00F3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56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200AA-CEA5-4F7D-957E-6A3E9455C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496BDA-2B7E-469F-996E-B81D151DD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DDE172-2001-4AF0-B5B0-3183783E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5B149B-89AE-4399-99EC-8CBF1108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E6DE6-A744-44C5-A0E0-E00F45D1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0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573B5-DBAD-47FB-A299-A1413C79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C664D9-8C86-4CDE-869A-9E2242353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F5BA49-9EDA-4D97-9996-637236C8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11080C-5DBF-4297-ADC0-21220275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F7AE4C-FA6F-4B51-B6B7-6A0F2981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58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AFBD6-7AB4-4048-93D0-E4561614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F0192-522F-4C22-AC21-E11E273C0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743F3-10FC-40AE-B2CF-3EA8FBA03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0B63D-9F6A-4947-9189-42474604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C3D41-E08D-4911-921A-7D39722C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850289-4F76-4301-BC26-EE7E68DE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76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BC992-84DE-42D9-9021-F18CCE20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50E665-077D-4935-96F2-A6F2B485C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83470E-3476-4160-B78A-07C1AB087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32A37F-2487-4406-A16C-0E347813D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E02494-A869-45FA-B53D-8974C87AF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09D91E-5651-45AB-9F7B-CB156FDC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B70911-6394-4F99-A77A-C2BDC0E5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1EF4EC-B650-47FF-AD5D-05543EDD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56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D5EC3-D91D-4912-8519-6C7983A2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70AAD1-9CA7-46FD-AE28-BB664A31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608613-3744-4B58-A7A8-329AC695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59A2A6-7384-4E46-BF5B-E71ADDA7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21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4B2F3B-C363-481C-B420-492A27894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46603A-111A-43C8-8436-B093B328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F68CD-C704-4D8E-A8B1-E0DA47D0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59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8D2D8-D9BB-400A-B489-63EA5F246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5BFB1-AB73-43D8-BC78-B74623C46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0F5B69-F953-494D-A3C2-3D9B53038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5788C0-8388-4CA7-8CF8-2176E20D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4486DC-F7A8-4620-8A79-2765C334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F63057-20E0-4C30-9916-B5261CC0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21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C7025-627D-4247-AC95-307274BC1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5E5912-33C4-4532-ABB6-C71D16FC3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DD3F8F-481F-4875-BCD8-52B4D1848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78FA20-8269-424A-A0F0-E6523D31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46A83D-DF86-49F5-855E-760D7A0C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54E972-7353-49DB-B092-1300EB96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77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F8E9C-BD50-40D0-9E69-E6B3D06E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D81EA-83A8-4719-9AA9-ED0D20922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99493-B722-4589-9EBF-DFF29D0F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1D2D3-BDDC-4933-8BE1-7B1F8BF8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C1C8CC-14AD-40CD-A382-880101F8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6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6DE798-D18C-4894-B33D-27372F560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76552D-7C77-4645-9738-0AC36B8CE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1CE1A-D611-41BE-BC43-173671C7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64FF1-87A1-43C0-B424-5122338B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6EDBDD-AA56-42F9-B247-E1743DE9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40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D900CF-6170-4D04-94DF-F279E339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067174-5F45-4193-9358-C3AB2B185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E3EF60-0108-4F79-8187-A1F511D64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0F330-9FED-4D40-AEDA-6DC028C6285C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01E1C3-22DD-4504-96DD-C7077AFF8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EFC45D-296B-496C-AF79-717103127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F61F3-D790-4EEE-A270-1D6B7246B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901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5A8327-89B5-436B-83EF-A9FA7E7DC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57" y="0"/>
            <a:ext cx="3523515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13AFF2-4218-4735-9118-DB18D9646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825" y="388953"/>
            <a:ext cx="2857500" cy="37719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5E3A393-4297-4F19-95EE-8AFEE83CA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419" y="3543808"/>
            <a:ext cx="4962525" cy="40957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BA241B2D-D173-410B-B9BF-95EC8BB00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8419" y="4059801"/>
            <a:ext cx="50577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1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7478F-6EC6-416D-85DC-945D1EEA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关于打包过大问题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F685A1-BA5E-49EB-98C9-BA3728760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venv</a:t>
            </a:r>
            <a:r>
              <a:rPr lang="zh-CN" altLang="en-US" dirty="0"/>
              <a:t>而不是</a:t>
            </a:r>
            <a:r>
              <a:rPr lang="en-US" altLang="zh-CN" dirty="0" err="1"/>
              <a:t>conda</a:t>
            </a:r>
            <a:r>
              <a:rPr lang="zh-CN" altLang="en-US" dirty="0"/>
              <a:t>虚拟环境进行打包</a:t>
            </a:r>
            <a:endParaRPr lang="en-US" altLang="zh-CN" dirty="0"/>
          </a:p>
          <a:p>
            <a:r>
              <a:rPr lang="zh-CN" altLang="en-US" dirty="0"/>
              <a:t>在工程文件夹下新建虚拟环境：</a:t>
            </a:r>
            <a:r>
              <a:rPr lang="en-US" altLang="zh-CN" dirty="0"/>
              <a:t>python -m </a:t>
            </a:r>
            <a:r>
              <a:rPr lang="en-US" altLang="zh-CN" dirty="0" err="1"/>
              <a:t>venv</a:t>
            </a:r>
            <a:r>
              <a:rPr lang="en-US" altLang="zh-CN" dirty="0"/>
              <a:t> </a:t>
            </a:r>
            <a:r>
              <a:rPr lang="en-US" altLang="zh-CN" dirty="0" err="1"/>
              <a:t>autosjtu</a:t>
            </a:r>
            <a:endParaRPr lang="en-US" altLang="zh-CN" dirty="0"/>
          </a:p>
          <a:p>
            <a:r>
              <a:rPr lang="zh-CN" altLang="en-US" dirty="0"/>
              <a:t>激活虚拟环境：</a:t>
            </a:r>
            <a:r>
              <a:rPr lang="en-US" altLang="zh-CN" dirty="0" err="1"/>
              <a:t>autosjtu</a:t>
            </a:r>
            <a:r>
              <a:rPr lang="en-US" altLang="zh-CN" dirty="0"/>
              <a:t>\Scripts\activate</a:t>
            </a:r>
          </a:p>
          <a:p>
            <a:r>
              <a:rPr lang="zh-CN" altLang="en-US" dirty="0"/>
              <a:t>运行</a:t>
            </a:r>
            <a:r>
              <a:rPr lang="en-US" altLang="zh-CN" dirty="0"/>
              <a:t>python main.py</a:t>
            </a:r>
            <a:r>
              <a:rPr lang="zh-CN" altLang="en-US" dirty="0"/>
              <a:t>，直至所有</a:t>
            </a:r>
            <a:r>
              <a:rPr lang="en-US" altLang="zh-CN" dirty="0"/>
              <a:t>pip</a:t>
            </a:r>
            <a:r>
              <a:rPr lang="zh-CN" altLang="en-US" dirty="0"/>
              <a:t>包安装完成</a:t>
            </a:r>
            <a:endParaRPr lang="en-US" altLang="zh-CN" dirty="0"/>
          </a:p>
          <a:p>
            <a:r>
              <a:rPr lang="zh-CN" altLang="en-US" dirty="0"/>
              <a:t>进行打包：</a:t>
            </a:r>
            <a:r>
              <a:rPr lang="en-US" altLang="zh-CN" dirty="0" err="1"/>
              <a:t>pyinstaller</a:t>
            </a:r>
            <a:r>
              <a:rPr lang="en-US" altLang="zh-CN" dirty="0"/>
              <a:t> -F -w -</a:t>
            </a:r>
            <a:r>
              <a:rPr lang="en-US" altLang="zh-CN" dirty="0" err="1"/>
              <a:t>i</a:t>
            </a:r>
            <a:r>
              <a:rPr lang="en-US" altLang="zh-CN" dirty="0"/>
              <a:t> booking.ico main.py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97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关于打包过大问题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lee jason</dc:creator>
  <cp:lastModifiedBy>lee jason</cp:lastModifiedBy>
  <cp:revision>4</cp:revision>
  <dcterms:created xsi:type="dcterms:W3CDTF">2024-12-21T10:19:24Z</dcterms:created>
  <dcterms:modified xsi:type="dcterms:W3CDTF">2024-12-22T08:58:43Z</dcterms:modified>
</cp:coreProperties>
</file>